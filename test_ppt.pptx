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AI数字人技术介绍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核心技术</a:t>
            </a:r>
          </a:p>
          <a:p>
            <a:pPr>
              <a:defRPr sz="2400"/>
            </a:pPr>
            <a:r>
              <a:t>1. 语音合成技术 (TTS)</a:t>
            </a:r>
          </a:p>
          <a:p>
            <a:pPr>
              <a:defRPr sz="2400"/>
            </a:pPr>
            <a:r>
              <a:t>2. 口型同步技术 (Lip Sync)</a:t>
            </a:r>
          </a:p>
          <a:p>
            <a:pPr>
              <a:defRPr sz="2400"/>
            </a:pPr>
            <a:r>
              <a:t>3. 面部动画生成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应用场景</a:t>
            </a:r>
          </a:p>
          <a:p>
            <a:pPr>
              <a:defRPr sz="2400"/>
            </a:pPr>
            <a:r>
              <a:t>虚拟主播、在线教育、企业培训、智能客服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